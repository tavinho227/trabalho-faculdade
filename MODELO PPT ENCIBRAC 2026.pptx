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974" y="855484"/>
            <a:ext cx="5362808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Aprendizagem Moderna com Inteligência Artificial: Benefícios Desafios e o Papel do Professor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 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Otávio Araújo Gonçalves Ribeiro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Richard Otavio dos Santos Salgado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5927767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872" y="3689467"/>
            <a:ext cx="34331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Inteligência Artificial. Ensino. Aprendizagem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b="1" dirty="0">
                <a:latin typeface="Verdana" pitchFamily="34" charset="0"/>
                <a:ea typeface="Verdana" pitchFamily="34" charset="0"/>
              </a:rPr>
              <a:t>PROBLEMÁTICA –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Existe uma preocupação recente com a influência da inteligência artificial no ensino moderno, e como a dependência dessa tecnologia pode afetar o desenvolvimento do pensamento crítico e na própria capacidade de resolver problemas entre os estudantes acadêmicos.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JUSTIFICATIVA –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É necessário analisar os benefícios e desafios do uso dessa ferramenta tecnológica, para garantir um uso ético e responsável, que melhore o aprendizado sem substituir o esforço dos estudantes ou o papel dos professores.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 GERAL –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Analisar como a inteligência artificial funciona e facilita o ensino moderno, como também seus possíveis efeitos negativos.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OBJETIVOS ESPECÍFICOS: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Entender o uso da IA pelos estudantes.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Avaliar a importância dos professores.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Analisar como é afetado o ensino aprendizagem.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Compreender o uso responsável </a:t>
            </a:r>
            <a:r>
              <a:rPr lang="pt-BR" sz="1400">
                <a:latin typeface="Verdana" pitchFamily="34" charset="0"/>
                <a:ea typeface="Verdana" pitchFamily="34" charset="0"/>
              </a:rPr>
              <a:t>da IA.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6" y="777875"/>
            <a:ext cx="552053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800" dirty="0">
                <a:latin typeface="Segoe UI" panose="020B0502040204020203" pitchFamily="34" charset="0"/>
                <a:ea typeface="Verdana" pitchFamily="34" charset="0"/>
                <a:cs typeface="Segoe UI" panose="020B0502040204020203" pitchFamily="34" charset="0"/>
              </a:rPr>
              <a:t>É uma abordagem qualitativa, de natureza teórica, sem procedimentos práticos e baseados em referenciais teóricos.</a:t>
            </a:r>
          </a:p>
          <a:p>
            <a:pPr>
              <a:buNone/>
            </a:pPr>
            <a:r>
              <a:rPr lang="pt-BR" sz="1800" dirty="0">
                <a:latin typeface="Segoe UI" panose="020B0502040204020203" pitchFamily="34" charset="0"/>
                <a:ea typeface="Verdana" pitchFamily="34" charset="0"/>
                <a:cs typeface="Segoe UI" panose="020B0502040204020203" pitchFamily="34" charset="0"/>
              </a:rPr>
              <a:t>O estudo foi desenvolvido por meio da revisão comparativa de três artigos científicos publicados em 2023, 2024 e 2025.</a:t>
            </a:r>
          </a:p>
          <a:p>
            <a:pPr>
              <a:buNone/>
            </a:pPr>
            <a:r>
              <a:rPr lang="pt-BR" sz="1800" dirty="0">
                <a:latin typeface="Segoe UI" panose="020B0502040204020203" pitchFamily="34" charset="0"/>
                <a:ea typeface="Verdana" pitchFamily="34" charset="0"/>
                <a:cs typeface="Segoe UI" panose="020B0502040204020203" pitchFamily="34" charset="0"/>
              </a:rPr>
              <a:t>A análise foi organizada em dois eixos: os benefícios da inteligência artificial na aprendizagem e o uso responsável da IA atrelado ao papel dos professores.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343653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 Papel do Professor –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O professor continua indispensável na conscientização e para garantir que o aluno pratique e absorva o conteúdo, não apenas automatize tudo e se livre do esforço.</a:t>
            </a:r>
          </a:p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Impacto na Autonomia (Inácio Teixeira e Silva Filho,2025) –</a:t>
            </a:r>
          </a:p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Dos alunos analisados, 72% reconhecem que a ferramenta não desenvolve a escrita independente e 40% sentem dificuldade em estudar sem o apoio da IA</a:t>
            </a:r>
            <a:r>
              <a:rPr lang="pt-BR" sz="1400">
                <a:latin typeface="Verdana" pitchFamily="34" charset="0"/>
                <a:ea typeface="Verdana" pitchFamily="34" charset="0"/>
              </a:rPr>
              <a:t>.</a:t>
            </a:r>
            <a:r>
              <a:rPr lang="pt-BR" sz="1400" b="1">
                <a:latin typeface="Verdana" pitchFamily="34" charset="0"/>
                <a:ea typeface="Verdana" pitchFamily="34" charset="0"/>
              </a:rPr>
              <a:t>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Uso Prático (Inácio Teixeira e Silva Filho, 2025) – </a:t>
            </a:r>
          </a:p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Resultados do questionário com 96 estudantes de diferentes áreas, além da TI, mostraram que todos os estudantes de graduação usavam ferramentas de IA em seus trabalhos, e parte considerável deles sentia dificuldade sem o uso dela.</a:t>
            </a:r>
            <a:endParaRPr lang="pt-BR" sz="1400" b="1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Adaptação do Ensino (Barbosa,2023) –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Ferramentas de IA podem adaptar os conteúdos de aprendizado conforme as necessidades de cada estudante, aumentando sua produtividade e entendimento do conteúdo se usada corretamente.</a:t>
            </a:r>
          </a:p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Limitações da IA –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Apesar dos benefícios nos estudos, a IA possui limitação de não conseguir reproduzir a mesma dinâmica e empatia do ensino como um professor em sala de aula.</a:t>
            </a:r>
          </a:p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Personalização e Organização (Bezerra et al., 2024) – </a:t>
            </a:r>
          </a:p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É destacado também uma forma de ensino personalizada, além da contribuição na organização das instituições de ensino.</a:t>
            </a:r>
          </a:p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Desafios Atuais –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Existem problemas como o risco de dependência da ferramenta, preocupação com dados pessoais e a falta de acesso à tecnologia por todos os estudantes.</a:t>
            </a:r>
            <a:r>
              <a:rPr lang="pt-BR" sz="1400" b="1" dirty="0">
                <a:latin typeface="Verdana" pitchFamily="34" charset="0"/>
                <a:ea typeface="Verdana" pitchFamily="34" charset="0"/>
              </a:rPr>
              <a:t> </a:t>
            </a:r>
          </a:p>
          <a:p>
            <a:pPr algn="just">
              <a:buNone/>
            </a:pPr>
            <a:endParaRPr lang="pt-BR" sz="1400" b="1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endParaRPr lang="pt-BR" sz="1400" b="1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endParaRPr lang="pt-BR" sz="1400" b="1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endParaRPr lang="pt-BR" sz="1400" b="1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b="1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b="1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 uso de ferramentas por IA deve ser equilibrado e consciente para evitar dependência excessiva.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 professor é essencial na orientação dos alunos, para estimular o pensamento crítico e acompanhar o desenvolvimento acadêmico e não somente a entrega de trabalhos.</a:t>
            </a:r>
          </a:p>
          <a:p>
            <a:pPr algn="just"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É necessário o uso responsável das ferramentas de IA no apoio dos estudos e atividades, e não como algo que substitua o aprendizado e esforço do aluno.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ferramenta traz vários benefícios, como o estudo personalizado e aumento da produtividade, auxiliando na aprendizagem e compreensão de conteúdos difíceis.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" y="21701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400" dirty="0">
                <a:solidFill>
                  <a:srgbClr val="1E293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ALMEIDA CORREA BARBOSA, C. R. DE. TRANSFORMAÇÕES NO ENSINO-APRENDIZAGEM COM O USO DA INTELIGÊNCIA ARTIFICIAL: REVISÃO SISTEMÁTICA DA LITERATURA. </a:t>
            </a:r>
            <a:r>
              <a:rPr lang="pt-BR" sz="1400" b="1" dirty="0">
                <a:solidFill>
                  <a:srgbClr val="1E293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RECIMA21 - Revista Científica Multidisciplinar - ISSN 2675-6218</a:t>
            </a:r>
            <a:r>
              <a:rPr lang="pt-BR" sz="1400" dirty="0">
                <a:solidFill>
                  <a:srgbClr val="1E293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v. 4, n. 5, p. e453103, 29 abr.2023</a:t>
            </a:r>
            <a:r>
              <a:rPr lang="pt-BR" sz="1400" dirty="0">
                <a:solidFill>
                  <a:srgbClr val="1E293B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r>
              <a:rPr lang="pt-BR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BEZERRA, E. T. et al. O IMPACTO DO USO DA INTELIGÊNCIA ARTIFICIAL NOS PROCESSOS DE ENSINO E APRENDIZAGEM. </a:t>
            </a:r>
            <a:r>
              <a:rPr lang="pt-BR" sz="1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Revista Ibero-Americana de Humanidades, Ciências e Educação</a:t>
            </a:r>
            <a:r>
              <a:rPr lang="pt-BR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v. 10, n. 7, p. 1211–1220, 8 jul.2024.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r>
              <a:rPr lang="pt-BR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INACIO TEIXEIRA, Magno Felipe Holanda Barboza; DA SILVA FILHO, Lourival Gomes. O IMPACTO DA INTELIGÊNCIA ARTIFICIAL ENTRE ESTUDANTES DO ENSINO SUPERIOR. </a:t>
            </a:r>
            <a:r>
              <a:rPr lang="pt-BR" sz="1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Revista Eletrônica da Estácio Recife</a:t>
            </a:r>
            <a:r>
              <a:rPr lang="pt-BR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pt-BR" sz="1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[S. l.]</a:t>
            </a:r>
            <a:r>
              <a:rPr lang="pt-BR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v. 12, n. 1, p. 86–100, 2025.</a:t>
            </a:r>
            <a:r>
              <a:rPr lang="pt-BR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endParaRPr lang="pt-BR" sz="14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Busquem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conhecimento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i="1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766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Times New Roman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Otávio Araújo</cp:lastModifiedBy>
  <cp:revision>28</cp:revision>
  <dcterms:created xsi:type="dcterms:W3CDTF">2021-05-14T17:32:15Z</dcterms:created>
  <dcterms:modified xsi:type="dcterms:W3CDTF">2026-10-15T02:49:42Z</dcterms:modified>
</cp:coreProperties>
</file>